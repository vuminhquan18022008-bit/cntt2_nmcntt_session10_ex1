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B586-A238-6EAB-F1A3-FAB2D9AAA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5FF18-62A7-A051-3A39-9867AC233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B48B5-BAB4-7092-C1FD-A34AFE72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7B80F-77F2-75ED-6A5A-24290B7C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8611E-544A-E21F-4B97-E465357D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3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999B-1789-B470-FEB3-9A875854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D9C79-8168-7F08-4602-50AA3177F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8A8DA-7E69-86CD-CA5F-6FE12C32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841C2-E300-E5DB-B8E8-E44333CB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AB080-1E13-12B5-BFAC-CF546AB5D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583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116C-CC34-2305-313D-F3EDECF2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E00B-8C3D-304F-9E26-FEB53E78D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EECC0-E655-2A48-D721-D22B6E39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D57AC-0D30-BF88-7FD9-85AAFE0C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A5C9-F0D0-60C6-CD72-D40F3360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53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5671-EC01-9790-5811-38C96DAC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2623A-4DB9-56F5-7ED5-358644F8C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CEBD5-974B-03EA-B3E2-B0804506B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606D1-089C-0EFD-798A-E2402D44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10F75-F604-666A-AA86-1A5F4EE4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95B35-2FAB-337B-4E57-3CEE8C0D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661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9233B-9D3B-62B4-0702-3C99F2BF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F5649-7CA3-059F-1F9B-78F09BEF4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01215-E059-0BDC-4145-CC43885DB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86522-5ABD-98FD-69BA-B027C1260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18458-041E-078C-9AEB-E7CEB12AD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F8E38-5AE6-4C57-79EA-24124F37B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24D3D-1C50-B35D-B70C-7A5E2FBF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C83F1-B4A8-F1D4-3646-1F65CC30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162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6360-1B1B-54B6-B5B1-DE9CA2BF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9B9BE-9BF1-775C-904C-6633B6C8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152FA-2AD6-4284-F6D1-44579AFA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C5E4F-C02E-7E3D-B8FF-C14F143CA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172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D4F5B-4C9F-24A5-F4DD-DDA2AAC9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0168C5-CF38-567A-5DD4-BAB5E0B6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8BCF9-C638-7259-8F90-A8CAD734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776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C1B8-1209-4160-9619-528C73A8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39B53-4D56-6812-3A44-7EF424D6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5C239-26F3-4454-4103-DC398680A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82E5E-4B0D-D1A6-D4AD-0DECB3F5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479A7-C16D-49A8-4206-B7D6D893A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2E9C1-48BA-BBD7-B948-17DA5D39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118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6ED64-2786-6324-01EB-A3D9E156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27670-78D9-5005-039B-C744C48B148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98E71-F265-8F5C-A524-8D2B30C75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66ACD-CFF6-1AA3-C680-CAA737D2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15713-C4B5-28A7-F694-FA7AB972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60E87-6FFC-0626-60F4-97D178BF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940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F2A1-74FA-6DA8-E184-5D4B17E9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1815-8421-2AFE-18FF-FA1FDA33D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B8D9C-DA6F-20CA-A9EF-E8E98368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47020-8E71-08BE-0143-0CCD46CD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129F7-7647-0A81-85C6-75DEE0D9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764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56E7A6-765D-6072-7D17-1E7DA2DD6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40045-2F73-8D7A-7639-85175AD1C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BBDB2-42B4-3D23-467D-66546180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62A7B-0095-1C67-1D81-49540A9E6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D9657-7819-A772-2E96-0B3AB91D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4021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E7549-23E7-4507-49BD-DF8763AB0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3C56F-4C3C-9D7D-AE8F-3E77DECFC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5CA6F-876A-0A33-D653-9544D9106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05CB2-BA10-2A48-1A9D-49F6C50E2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AB8A5-266D-8415-612D-68446B30A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5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E0C6FC-1922-6248-F898-FD47717911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84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807D84-A599-C221-7060-FABCCBC73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702" r="1" b="20386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8A925-330D-0004-9CC7-F1B9845FB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2" y="1524659"/>
            <a:ext cx="5019074" cy="2774088"/>
          </a:xfrm>
        </p:spPr>
        <p:txBody>
          <a:bodyPr>
            <a:normAutofit/>
          </a:bodyPr>
          <a:lstStyle/>
          <a:p>
            <a:pPr algn="l"/>
            <a:r>
              <a:rPr lang="vi-VN" sz="5400" dirty="0">
                <a:solidFill>
                  <a:srgbClr val="0070C0"/>
                </a:solidFill>
              </a:rPr>
              <a:t>Báo cáo lỗ lãi tháng 05/2024</a:t>
            </a:r>
            <a:endParaRPr lang="en-US" sz="54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0CD4E-A1EC-0614-E027-441291F9E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2" y="4687367"/>
            <a:ext cx="4917948" cy="1335024"/>
          </a:xfrm>
        </p:spPr>
        <p:txBody>
          <a:bodyPr>
            <a:normAutofit/>
          </a:bodyPr>
          <a:lstStyle/>
          <a:p>
            <a:pPr algn="l"/>
            <a:endParaRPr lang="en-US" sz="2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390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D621B-543F-5CAF-92BB-A9C2E2BBB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vi-VN" sz="8000">
                <a:solidFill>
                  <a:srgbClr val="FFFFFF"/>
                </a:solidFill>
              </a:rPr>
              <a:t>Tổng quan kết quả</a:t>
            </a:r>
            <a:endParaRPr lang="en-US" sz="8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2F644-8EA7-8B9E-F8C0-12B214058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algn="r"/>
            <a:endParaRPr lang="en-US" sz="3200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FA85A56-DC64-2F89-6A7A-94D8B379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925" y="2520849"/>
            <a:ext cx="5664133" cy="287454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31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726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09954-B5C9-D837-96D8-5113F4347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609" y="679731"/>
            <a:ext cx="4171994" cy="3736540"/>
          </a:xfrm>
        </p:spPr>
        <p:txBody>
          <a:bodyPr>
            <a:normAutofit/>
          </a:bodyPr>
          <a:lstStyle/>
          <a:p>
            <a:pPr algn="l"/>
            <a:r>
              <a:rPr lang="vi-VN"/>
              <a:t>Doanh thu thuần ( Tỷ vnd)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94444-4770-5406-EE4A-A70D20801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609" y="4685288"/>
            <a:ext cx="4171994" cy="1035781"/>
          </a:xfrm>
        </p:spPr>
        <p:txBody>
          <a:bodyPr>
            <a:normAutofit/>
          </a:bodyPr>
          <a:lstStyle/>
          <a:p>
            <a:pPr algn="l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B05B8-895F-4110-DCCD-3446F5A5D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599" y="359181"/>
            <a:ext cx="5535960" cy="499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7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Felix Titling</vt:lpstr>
      <vt:lpstr>Goudy Old Style</vt:lpstr>
      <vt:lpstr>Office Theme</vt:lpstr>
      <vt:lpstr>Báo cáo lỗ lãi tháng 05/2024</vt:lpstr>
      <vt:lpstr>Tổng quan kết quả</vt:lpstr>
      <vt:lpstr>Doanh thu thuần ( Tỷ vnd)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vuminhquan18022008@gmail.com</dc:creator>
  <cp:lastModifiedBy>vuminhquan18022008@gmail.com</cp:lastModifiedBy>
  <cp:revision>1</cp:revision>
  <dcterms:created xsi:type="dcterms:W3CDTF">2026-10-26T03:57:15Z</dcterms:created>
  <dcterms:modified xsi:type="dcterms:W3CDTF">2026-10-26T04:18:32Z</dcterms:modified>
</cp:coreProperties>
</file>